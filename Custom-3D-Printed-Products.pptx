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lexandria Semi Bold" panose="020B0604020202020204" charset="-78"/>
      <p:regular r:id="rId14"/>
    </p:embeddedFont>
    <p:embeddedFont>
      <p:font typeface="Sora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59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420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754749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 3D-Printed Products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4505087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Personalized, affordable 3D printing for inventors and hobbyists.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67608" y="5236250"/>
            <a:ext cx="127873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213128" y="5095518"/>
            <a:ext cx="2485549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by youssef shaher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</a:rPr>
              <a:t>     Yassin Hazem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</a:rPr>
              <a:t>     Youssef Ahmed Kamel</a:t>
            </a:r>
          </a:p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</a:rPr>
              <a:t>     Youssef Amr </a:t>
            </a:r>
            <a:r>
              <a:rPr lang="en-US" sz="2100" b="1" dirty="0" err="1">
                <a:solidFill>
                  <a:srgbClr val="3B3535"/>
                </a:solidFill>
                <a:latin typeface="Sora Bold" pitchFamily="34" charset="0"/>
                <a:ea typeface="Sora Bold" pitchFamily="34" charset="-122"/>
              </a:rPr>
              <a:t>Eldeab</a:t>
            </a:r>
            <a:endParaRPr lang="en-US" sz="2100" b="1" dirty="0">
              <a:solidFill>
                <a:srgbClr val="3B3535"/>
              </a:solidFill>
              <a:latin typeface="Sora Bold" pitchFamily="34" charset="0"/>
              <a:ea typeface="Sora Bold" pitchFamily="34" charset="-122"/>
            </a:endParaRPr>
          </a:p>
          <a:p>
            <a:pPr marL="0" indent="0" algn="l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</a:rPr>
              <a:t>     Seif Eldeen Ahmed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3157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Value Proposition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16920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948726" y="22436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 Products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2729746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Personalized items like jewelry and keychains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50972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8726" y="3584138"/>
            <a:ext cx="3991927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Small-Batch Manufacturing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48726" y="4070271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On-demand printing reduces waste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85024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48726" y="492466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Augmented Design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8726" y="541079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Flexible creation without drawing skills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19077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48726" y="62651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Problem &amp; Solution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8726" y="675132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Decline in anime figures; 3D printing offers variety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79013"/>
            <a:ext cx="5894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Customer Segments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83321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Hobbyists &amp; Makers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406027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Creative individuals and small businesses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76474" y="3833217"/>
            <a:ext cx="288190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Engineers &amp; Designers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76474" y="4762262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Prototyping and product development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4640" y="3833217"/>
            <a:ext cx="2881908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Educational Institutions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4640" y="4762262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Schools and universities for learning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12805" y="383321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Gift Seekers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2805" y="4406027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Personalized gift buyers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0866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Channels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1746290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68904" y="1970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Online Store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24566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Amazon and personal website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244096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68904" y="34682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Social Media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68904" y="39544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Instagram, TikTok promotions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741902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68904" y="49660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Events &amp; Markets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545222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Trade shows and local markets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239708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68904" y="64639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Partnerships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68904" y="695003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Schools and companies collaborations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1131570"/>
            <a:ext cx="692646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Customer Relationships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58309" y="216920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462326" y="2243614"/>
            <a:ext cx="298584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Personalized Service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462326" y="2729746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 design collaborations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8309" y="350972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462326" y="358413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462326" y="4070271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Discounts and free maintenance offers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58309" y="485024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462326" y="4924663"/>
            <a:ext cx="365902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Community Engagement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462326" y="541079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testimonials and newsletters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619077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462326" y="62651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Excellent Support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462326" y="675132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Quick response and assistance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5713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Revenue Streams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Product Sales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414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3D printed custom items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76474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Design Services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76474" y="458414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Prototyping and modeling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4640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Subscriptions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4640" y="458414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Monthly printing plans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12805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Workshops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2805" y="4584144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3D modeling and printing classes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748" y="2260402"/>
            <a:ext cx="4944904" cy="370867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58309" y="70866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Resources</a:t>
            </a:r>
            <a:endParaRPr lang="en-US" sz="4450" dirty="0"/>
          </a:p>
        </p:txBody>
      </p:sp>
      <p:sp>
        <p:nvSpPr>
          <p:cNvPr id="5" name="Shape 1"/>
          <p:cNvSpPr/>
          <p:nvPr/>
        </p:nvSpPr>
        <p:spPr>
          <a:xfrm>
            <a:off x="758309" y="1746290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982504" y="1970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3D Printers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82504" y="24566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25-30 high-resolution machines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58309" y="3244096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982504" y="34682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982504" y="39544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Filaments and printing supplies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758309" y="4741902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82504" y="49660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Skilled Personnel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982504" y="545222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Designers and technicians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58309" y="6239708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82504" y="64639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Website &amp; Platform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982504" y="695003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Online sales and support system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13157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Activities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2169200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948726" y="224361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Order Printing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8726" y="2729746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Processing and manufacturing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50972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948726" y="3584138"/>
            <a:ext cx="289881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Design Modification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48726" y="4070271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Customizing 3D models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85024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948726" y="4924663"/>
            <a:ext cx="382809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Customer Communication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48726" y="5410795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and feedback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19077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948726" y="626518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Marketing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48726" y="6751320"/>
            <a:ext cx="692336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Social media and promotions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75713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Key Partners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Material Suppliers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584144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Filament and printing supplies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76474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Software Providers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176474" y="4584144"/>
            <a:ext cx="288190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Design and modeling tools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94640" y="4011335"/>
            <a:ext cx="287631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Delivery Companies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4640" y="458414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Logistics and shipping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012805" y="401133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Content Creators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2805" y="4584144"/>
            <a:ext cx="288190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Marketing influencers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70866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Cost Structure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1746290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68904" y="1970484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Equipment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2456617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Purchase and maintenance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4709" y="3244096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68904" y="346829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68904" y="3954423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Filament and supplies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4741902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68904" y="496609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Utilities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5452229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Electricity and hosting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4709" y="6239708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68904" y="646390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Labor &amp; Shipping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468904" y="6950035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Staff wages and packaging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073241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21921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 appreciate your time and attention today.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4809649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Looking forward to partnering in innovation and creativity.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291</Words>
  <Application>Microsoft Office PowerPoint</Application>
  <PresentationFormat>Custom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Alexandria Semi Bold</vt:lpstr>
      <vt:lpstr>Sora Bold</vt:lpstr>
      <vt:lpstr>Sora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youssef shaher</cp:lastModifiedBy>
  <cp:revision>2</cp:revision>
  <dcterms:created xsi:type="dcterms:W3CDTF">2025-05-12T17:21:16Z</dcterms:created>
  <dcterms:modified xsi:type="dcterms:W3CDTF">2025-05-12T17:24:52Z</dcterms:modified>
</cp:coreProperties>
</file>